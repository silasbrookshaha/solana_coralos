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52dd1c25b4b5f" /><Relationship Type="http://schemas.openxmlformats.org/officeDocument/2006/relationships/extended-properties" Target="/docProps/app.xml" Id="R4f88f71ab4f64f47" /><Relationship Type="http://schemas.openxmlformats.org/officeDocument/2006/relationships/officeDocument" Target="/ppt/presentation.xml" Id="Rc8787283f4fb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6b3660b8c4619"/>
  </p:sldMasterIdLst>
  <p:notesMasterIdLst>
    <p:notesMasterId xmlns:r="http://schemas.openxmlformats.org/officeDocument/2006/relationships" r:id="R1b1bf7fec3f94bbc"/>
  </p:notesMasterIdLst>
  <p:sldIdLst>
    <p:sldId xmlns:r="http://schemas.openxmlformats.org/officeDocument/2006/relationships" id="256" r:id="R05db5e7e3fac4cb3"/>
    <p:sldId xmlns:r="http://schemas.openxmlformats.org/officeDocument/2006/relationships" id="257" r:id="R456171ac99aa48b1"/>
    <p:sldId xmlns:r="http://schemas.openxmlformats.org/officeDocument/2006/relationships" id="258" r:id="R83eec3a7feb14e5e"/>
    <p:sldId xmlns:r="http://schemas.openxmlformats.org/officeDocument/2006/relationships" id="259" r:id="R2f5c9bd48030409c"/>
    <p:sldId xmlns:r="http://schemas.openxmlformats.org/officeDocument/2006/relationships" id="260" r:id="Rae6405738ba441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0c11208474242" /><Relationship Type="http://schemas.openxmlformats.org/officeDocument/2006/relationships/slideMaster" Target="/ppt/slideMasters/slideMaster1.xml" Id="R3e36b3660b8c4619" /><Relationship Type="http://schemas.openxmlformats.org/officeDocument/2006/relationships/notesMaster" Target="/ppt/notesMasters/notesMaster1.xml" Id="R1b1bf7fec3f94bbc" /><Relationship Type="http://schemas.openxmlformats.org/officeDocument/2006/relationships/presProps" Target="/ppt/presProps.xml" Id="Rfcf5e65282984341" /><Relationship Type="http://schemas.openxmlformats.org/officeDocument/2006/relationships/tableStyles" Target="/ppt/tableStyles.xml" Id="Rfa45d436b0a64e70" /><Relationship Type="http://schemas.openxmlformats.org/officeDocument/2006/relationships/slide" Target="/ppt/slides/slide1.xml" Id="R05db5e7e3fac4cb3" /><Relationship Type="http://schemas.openxmlformats.org/officeDocument/2006/relationships/slide" Target="/ppt/slides/slide2.xml" Id="R456171ac99aa48b1" /><Relationship Type="http://schemas.openxmlformats.org/officeDocument/2006/relationships/slide" Target="/ppt/slides/slide3.xml" Id="R83eec3a7feb14e5e" /><Relationship Type="http://schemas.openxmlformats.org/officeDocument/2006/relationships/slide" Target="/ppt/slides/slide4.xml" Id="R2f5c9bd48030409c" /><Relationship Type="http://schemas.openxmlformats.org/officeDocument/2006/relationships/slide" Target="/ppt/slides/slide5.xml" Id="Rae6405738ba4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abb925e1145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0b16818fa4faa" /><Relationship Type="http://schemas.openxmlformats.org/officeDocument/2006/relationships/notesMaster" Target="/ppt/notesMasters/notesMaster1.xml" Id="Rc5682db9eb0346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71dd3c366c4812" /><Relationship Type="http://schemas.openxmlformats.org/officeDocument/2006/relationships/notesMaster" Target="/ppt/notesMasters/notesMaster1.xml" Id="Rce68d221e350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22d7378e124e93" /><Relationship Type="http://schemas.openxmlformats.org/officeDocument/2006/relationships/notesMaster" Target="/ppt/notesMasters/notesMaster1.xml" Id="R59bf95c8d47946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9f983776704e8c" /><Relationship Type="http://schemas.openxmlformats.org/officeDocument/2006/relationships/notesMaster" Target="/ppt/notesMasters/notesMaster1.xml" Id="Rb2d57ea94f21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0856f22fa04055" /><Relationship Type="http://schemas.openxmlformats.org/officeDocument/2006/relationships/notesMaster" Target="/ppt/notesMasters/notesMaster1.xml" Id="Re384f16fc2f04c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e6773e4a145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bbd90e4af47aa" /><Relationship Type="http://schemas.openxmlformats.org/officeDocument/2006/relationships/slideLayout" Target="/ppt/slideLayouts/slideLayout1.xml" Id="R97540406181245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40406181245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bff166d6340ba" /><Relationship Type="http://schemas.openxmlformats.org/officeDocument/2006/relationships/notesSlide" Target="/ppt/notesSlides/notesSlide1.xml" Id="Ra88d53070eee4a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9d8eba7b44773" /><Relationship Type="http://schemas.openxmlformats.org/officeDocument/2006/relationships/notesSlide" Target="/ppt/notesSlides/notesSlide2.xml" Id="R3468274cd50941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a9a35dae74b0a" /><Relationship Type="http://schemas.openxmlformats.org/officeDocument/2006/relationships/notesSlide" Target="/ppt/notesSlides/notesSlide3.xml" Id="Rbf5d180975d7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79907911b407e" /><Relationship Type="http://schemas.openxmlformats.org/officeDocument/2006/relationships/notesSlide" Target="/ppt/notesSlides/notesSlide4.xml" Id="R4ce10ebbf52940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530194afc4dc7" /><Relationship Type="http://schemas.openxmlformats.org/officeDocument/2006/relationships/notesSlide" Target="/ppt/notesSlides/notesSlide5.xml" Id="R6b47150343f5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C7B32-0866-4027-AF44-8237604B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Bounty Brief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800CE-6AFA-4C2D-951F-E7D72FEA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190C9-35BF-4AFD-B74E-64A31E4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857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Agents pay other agents for bounty due diligence, then settle the work through Solana devnet escrow.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26757-5C50-4227-BAFE-079EFF5D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80590-B860-4EFB-B6A4-47990CB0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WANT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BID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AWARD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97908-2C05-427E-B2CD-301B571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Solana x CoralOS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929B6-6A10-4A1E-82A5-AFC776C4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Bounty Brief Market / 1</a:t>
            </a:r>
          </a:p>
        </p:txBody>
      </p:sp>
    </p:spTree>
    <p:extLst>
      <p:ext uri="{BB962C8B-B14F-4D97-AF65-F5344CB8AC3E}">
        <p14:creationId xmlns:p14="http://schemas.microsoft.com/office/powerpoint/2010/main" val="1552630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9DD71-AC4E-44F1-A42D-6A363B1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Bad bounties waste agent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8AD6A-B2FA-4B3D-B004-961ECFE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D3AA4-475F-4987-8973-6A55713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990E7-C016-4899-80B8-0697A3E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Many listings are stale, crowded, unclear on payout, or human-only.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696EB-8306-4994-942F-946BC7FA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B022E-26DE-41DF-A930-0B109398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Every weak attempt burns runtime, reviewer attention, and GitHub reputation.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3D3E8-5E42-409B-894A-8868CE2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1C9E0-D2D8-45E3-8F5F-B09A07EE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An earning agent needs a decision artifact before it spends execution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4CB01-3BCD-4431-B735-090B12B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4859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0ED6C-3EED-476B-B430-D7330CF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21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RISK</a:t>
            </a:r>
          </a:p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0D2E9-C816-475F-8DEA-0A2884BE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Bounty Brief Market / 2</a:t>
            </a:r>
          </a:p>
        </p:txBody>
      </p:sp>
    </p:spTree>
    <p:extLst>
      <p:ext uri="{BB962C8B-B14F-4D97-AF65-F5344CB8AC3E}">
        <p14:creationId xmlns:p14="http://schemas.microsoft.com/office/powerpoint/2010/main" val="550767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08C69-A1EE-48E6-862F-1C97832C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product sells a ranked earning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57B3C-221C-4C87-967B-439F9C2B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2578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FAEEB-B414-4EE7-88BD-3C73C0DE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deliverService("bounty-brief")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50BF1-CFED-4E75-B277-5DB74369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Returns structured JSON with recommendation, ranked candidates, guardrails, and settlement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3B148-691C-48F8-BB38-352F1A0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06F57-6679-45BE-B299-8952271C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An autonomous coding or research agent deciding where to earn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2D506-76C5-4B02-B1AD-8EAAD13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Why they pay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3A3FC-8858-4494-AD92-FD25B8B9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A small escrowed fee prevents a much larger wasted attempt.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7D285-C637-4F40-B07B-8ADBED1A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Bounty Brief Market / 3</a:t>
            </a:r>
          </a:p>
        </p:txBody>
      </p:sp>
    </p:spTree>
    <p:extLst>
      <p:ext uri="{BB962C8B-B14F-4D97-AF65-F5344CB8AC3E}">
        <p14:creationId xmlns:p14="http://schemas.microsoft.com/office/powerpoint/2010/main" val="1217824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86A38-5CEA-45FF-945D-4289AB9C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The market chooses value, then escrow enforces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D1CCF-33A2-4F11-952D-F9488AD8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71299-CAFF-42FB-BC2A-359468F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7F7F1-09CF-4BA3-A391-E7D1E31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19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FC86F-1A5E-44F9-A9DA-0235DD3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90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59148-609D-49E9-8C0D-52EDA3F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955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AFF30-931F-4674-8486-C595A0DE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19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895FA-663B-4842-AD21-B5A048E6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E010E-54DE-4F9C-89A6-EF2F5CA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DEFB7-A394-4560-B7A1-B0E84720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4FD7C-43D2-49EF-AF90-79411C6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FA9F8-9D36-4405-885D-FBD17AF8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CCB45-C69F-46FA-8BEE-E65C5FDF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6600E-15B0-40BC-908B-FB486DE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9C3A0-15F6-4A63-A249-DDE5C88F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858D8-B150-42F0-9FAD-C95A5D5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1C1DB-9317-4155-BEE7-FD2FB5AB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A2071-571C-4EA3-A93E-92943C1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70BD8-3795-425F-9BEB-DAD133C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Two seller personas compete. The buyer awards best value inside a budget. The seller delivers only after escrow is funded.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C3E10-373C-4A94-8F1E-AC64EC7F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Bounty Brief Market / 4</a:t>
            </a:r>
          </a:p>
        </p:txBody>
      </p:sp>
    </p:spTree>
    <p:extLst>
      <p:ext uri="{BB962C8B-B14F-4D97-AF65-F5344CB8AC3E}">
        <p14:creationId xmlns:p14="http://schemas.microsoft.com/office/powerpoint/2010/main" val="1636201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CBD7F-5796-4B4B-B091-7DCB2A1E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Settlement plus delivered data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F2630-D4DB-42F8-AA7E-DF0BFDA0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DB3A7-53D0-439E-AB40-3A773AC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7E584-F2F0-4B5C-AA91-24AF0520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Public repo: github.com/silasbrookshaha/solana_coralOS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E1F1D-F8E5-41A7-A933-A24A6E1E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57E92-5278-47E7-8BC2-895E6589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Judge command: npm run demo:bounty-brief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6C470-1841-4062-8F0C-84466F5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AE0E5-75F9-4141-8D0F-F8706CC4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Proof target: Explorer links for deposit and release on devnet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D8CC8-303B-4EA2-A2F5-FD425ABB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8EE2A-1C2F-4CD0-AE6E-FEE1774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Data delivered: ranked bounty brief with guardrails and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ED03C-F28B-459E-9DA4-1AA28B2E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Lead with the moment the buyer decides to pay.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71AD9-7E49-4D72-92EC-603362A2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Bounty Brief Market / 5</a:t>
            </a:r>
          </a:p>
        </p:txBody>
      </p:sp>
    </p:spTree>
    <p:extLst>
      <p:ext uri="{BB962C8B-B14F-4D97-AF65-F5344CB8AC3E}">
        <p14:creationId xmlns:p14="http://schemas.microsoft.com/office/powerpoint/2010/main" val="1000420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2026-07-03T09:56:12.6550000Z</dcterms:created>
  <dcterms:modified xsi:type="dcterms:W3CDTF">2026-07-03T09:56:12.6550000Z</dcterms:modified>
</coreProperties>
</file>